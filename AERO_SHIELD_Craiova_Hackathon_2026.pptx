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Bun găsit! AERO-SHIELD LRCV V2.0 este un sistem de aterizare automată fără GPS pentru Aeroportul Craiova (Pista 09), capabil să ghideze avionul pe ceață oarbă chiar și sub atac cibernetic.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Explicăm problema fără niciun jargon: în ceață densă, dacă un hacker îți păcălește GPS-ul, o eroare de doar 30 de metri te scoate în afara pistei de la Craiova.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Cele 3 idei pe înțelesul tuturor: 1) Curățarea ceții și detecția luminilor pistei, 2) Inversa adâncimii fără împărțire la zero la orizont, 3) Fuziunea cu giroscopul intern imposibil de piratat.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Aici este magia tehnică explicată simplu: scădem rotația camerei din imagine și folosim mișcarea ceții din față ca să anticipăm rafalele de vânt cu aproape o secundă înainte de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Trei paznici cibernetici: Chi-pătrat pentru salturi bruște (&lt;17ms), CUSUM pentru devieri lente ascunse (&lt;2.9s) și poarta de validare meteo contra datelor otrăvite.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Chiar și în orbire totală (0 metri vizibilitate), AERO-SHIELD nu halucinează pe zgomotul camerei: scade lin ponderea vizuală și zboară pe inerțial + profilul de vânt învățat.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Toată arhitectura este scrisă 100% în Rust, împărțită în 5 crate-uri modulare cu 58 de teste automate trecute și zero blocaje în bucla de 60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Nu ne-am oprit la simulare! Am rulat motorul vizual pe 3 filmări reale de aterizare în ceață și vânt lateral, obținând o viteză medie de 438.7 cadre pe secundă.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Graficul comparativ arată clar cum cele 3 abordări clasice ies în afara pistei de 45m lățime, în timp ce AERO-SHIELD rămâne lipit de axul central cu eroare sub 1 metru.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Vă invităm acum la demonstrația interactivă live pe http://localhost:8080, unde puteți vedea filmarea reală suprapusă 50% peste grafice și puteți ataca sau pilota avionul în timp real!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091672" cy="5806440"/>
          </a:xfrm>
          <a:prstGeom prst="roundRect">
            <a:avLst/>
          </a:prstGeom>
          <a:solidFill>
            <a:srgbClr val="111C35"/>
          </a:solidFill>
          <a:ln w="317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FF9D"/>
                </a:solidFill>
              </a:defRPr>
            </a:pPr>
            <a:r>
              <a:t>CRAIOVA HACKATHON 2026  •  AEROPORTUL INTERNAȚIONAL CRAIOVA (LRCV — PISTA 09)</a:t>
            </a:r>
          </a:p>
          <a:p>
            <a:pPr>
              <a:spcAft>
                <a:spcPts val="800"/>
              </a:spcAft>
              <a:defRPr sz="4000" b="1">
                <a:solidFill>
                  <a:srgbClr val="00E5FF"/>
                </a:solidFill>
              </a:defRPr>
            </a:pPr>
            <a:r>
              <a:t>AERO-SHIELD LRCV V2.0</a:t>
            </a:r>
          </a:p>
          <a:p>
            <a:pPr>
              <a:spcAft>
                <a:spcPts val="1200"/>
              </a:spcAft>
              <a:defRPr sz="2100" b="1">
                <a:solidFill>
                  <a:srgbClr val="EBF5FF"/>
                </a:solidFill>
              </a:defRPr>
            </a:pPr>
            <a:r>
              <a:t>Copilotul Vizual care Aterizează Avioane pe Ceață Densă atunci când GPS-ul este Atacat de Hackeri</a:t>
            </a:r>
          </a:p>
          <a:p>
            <a:pPr>
              <a:defRPr sz="1400">
                <a:solidFill>
                  <a:srgbClr val="9EC0E6"/>
                </a:solidFill>
              </a:defRPr>
            </a:pPr>
            <a:r>
              <a:t>Explicat simplu, de la zero, pe înțelesul oricui — și validat la 60 Hz în Rust + NVIDIA CUDA pe 3 filmări reale din cabina piloților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794760"/>
            <a:ext cx="3337560" cy="214884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3904488"/>
            <a:ext cx="304495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2A5F"/>
                </a:solidFill>
              </a:defRPr>
            </a:pPr>
            <a:r>
              <a:t>🚨 1. Care e Pericolul?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Avionul coboară pe ceață oarbă la Craiova (Pista 09).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Un hacker îi falsifică GPS-ul ca să-l scoată pe câmp.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Vântul suflă norii de ceață și păcălește camerele clasice.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3794760"/>
            <a:ext cx="3337560" cy="214884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3904488"/>
            <a:ext cx="304495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F9D"/>
                </a:solidFill>
              </a:defRPr>
            </a:pPr>
            <a:r>
              <a:t>🛡️ 2. Cum îl Salvăm fără GPS?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Camera vede luminile pistei prin ceață (SWIR + ALS).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Separăm mișcarea pământului de mișcarea norilor de ceață.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Scădem matematic virajele avionului din imagine.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794760"/>
            <a:ext cx="3337560" cy="214884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3" y="3904488"/>
            <a:ext cx="304495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🏆 3. Rezultat Dovedit Live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Eroare pe pistă sub 0.8 metri (fără GPS!).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438.7 FPS medie pe 3 filmări reale din cabină.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Filmare reală suprapusă 50% peste graficul 3D!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PROBLEMA REALĂ (EXPLICATĂ DE LA ZERO PENTRU ORICE ÎNCEPĂTOR)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Ce pățește un avion în ultimele 60 de secunde înainte de aterizare când e ceață groasă și GPS-ul e atacat?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B800"/>
                </a:solidFill>
              </a:defRPr>
            </a:pPr>
            <a:r>
              <a:t>🌫️ 1. Orbirea în Ceață (CAT IIIc)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La Craiova (Pista 09), toamna și iarna apare frecvent ceață extrem de densă (vizibilitate sub 50–75 metri).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Pilotul se uită pe geam și vede doar un „perete de lapte alb”.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La 250 km/h (68 m/s), avionul parcurge 70 de metri în fiecare secundă — fără repere vizuale clare, pilotul nu știe unde e asfaltul.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2A5F"/>
                </a:solidFill>
              </a:defRPr>
            </a:pPr>
            <a:r>
              <a:t>🕵️ 2. Atacul Hackerului pe GPS (Spoofing)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Avioanele moderne se bazează pe semnale din satelit (GPS / GNSS).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Cu un emițător radio ieftin de la sol, un atacator poate trimite coordonate GPS false: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  1) Atac Brusc (Jump): mută poziția cu 250m.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  2) Atac Ascuns (Stealth Ramp): trage avionul încet în lateral cu 0.4 m/s fără să declanșeze alarmele clasice!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46EF"/>
                </a:solidFill>
              </a:defRPr>
            </a:pPr>
            <a:r>
              <a:t>⚠️ 3. De ce Eșuează o Cameră Obișnuită?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Pista are doar 45 metri lățime (±22.5m de la centru) — o eroare de 30m înseamnă ieșire în decor pe câmp!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Dacă pui o cameră video simplă pe avion, ea face două greșeli fatale: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  a) Când vântul suflă norii de ceață în stânga, camera crede că avionul a zburat în dreapta!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  b) Când avionul se înclină, camera crede că a fugit pământul!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3/10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CUM „VEDEM” PRIN CEAȚĂ FĂRĂ GPS? (CELE 3 IDEI SIMPLE ALE NOASTRE)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Cum înlocuim sateliții GPS cu fizica luminii, luminile pistei și senzorii interni ai avionului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00E5FF"/>
                </a:solidFill>
              </a:defRPr>
            </a:pPr>
            <a:r>
              <a:t>💡 Ideea 1: Curățarea Ceții &amp; Luminile Pistei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Folosim o cameră în infraroșu apropiat (SWIR 1550nm) care pătrunde prin picăturile de ceață mult mai bine decât ochiul uman.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Aplicăm legea fizică a lui Koschmieder inversată pentru a „șterge” vălul alb de ceață.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Căutăm automat barele luminoase de apropiere ale Pistei 09 Craiova (sistemul ALS) și le eliminăm haloul orbitor.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00FF9D"/>
                </a:solidFill>
              </a:defRPr>
            </a:pPr>
            <a:r>
              <a:t>📏 Ideea 2: Viteza Măsurată din Sol (Fără Eroare la Orizont)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Ca atunci când te uiți pe geamul mașinii: obiectele apropiate se mișcă repede, iar orizontul stă pe loc.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În loc să împărțim la distanța Z (care la orizont este infinită și ar bloca programul cu împărțire la zero / NaN), folosim Inversa Adâncimii (ρ = 1/Z).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La orizont ρ devine lin 0.000000 m⁻¹ — zero blocaje matematice (DO-178C DAL-A)!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FFB800"/>
                </a:solidFill>
              </a:defRPr>
            </a:pPr>
            <a:r>
              <a:t>🧭 Ideea 3: Fuziunea cu Senzorii Interni &amp; Meteo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Avionul are un giroscop și un accelerometru intern (IMU) pe care niciun hacker de la sol nu le poate pirata prin radio!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Preluăm vremea reală de la Aeroportul Craiova (Open-Meteo LRCV) pentru a ști profilul vântului pe înălțime.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Combinăm camera + giroscopul + vântul într-un Filtru Kalman (ESKF) cu 21 de stări.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INOVAȚIA 6-DoF: CUM DEOSEBIM VIRAJELE ȘI NORII DE PĂMÂNTUL FIX?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De ce avionul nostru poate vira în 3D și poate vedea rafalele de vânt cu 0.85 secunde ÎNAINTE să lovească aripile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532120" cy="237744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5239512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🔄 1. Scăderea Matematică a Rotirii Camerei (Derotare SO(3))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Când pilotul înclină aripile (Roll), ridică botul (Pitch) sau virează (Yaw), toată imaginea de pe cameră se rotește.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Noi citim viteza de rotire ω = [p, q, r] din giroscop și o scădem matematic din fiecare pixel ÎNAINTE să calculăm viteza avionului!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Folosim cuaternioni unitari q și matricea 3×3 R_b^n(q) (fără blocaj Gimbal Lock).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577840" cy="237744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44168"/>
            <a:ext cx="5285231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F9D"/>
                </a:solidFill>
              </a:defRPr>
            </a:pPr>
            <a:r>
              <a:t>🟢 vs 🟣 2. Săgețile Verzi (Solul) vs. Săgețile Mov (Ceața)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După ce am scăzut rotirea camerei, separăm imaginea în două straturi: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  🟢 Săgețile Verzi = reperele dure de la sol și luminile pistei (folosite pentru ghidarea avionului pe centrul pistei).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  🟣 Săgețile Mov = mișcarea norilor de ceață suflați de vânt în fața parbrizului (izolate în starea v_fog).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794760"/>
            <a:ext cx="11338560" cy="242316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904488"/>
            <a:ext cx="11045952" cy="2221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46EF"/>
                </a:solidFill>
              </a:defRPr>
            </a:pPr>
            <a:r>
              <a:t>🌪️ 3. Inovație Unică: „Optical Gust Lookahead” — Vedem Rafala de Vânt Înainte să Lovească Avionul!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Un senzor clasic simte rafala de vânt abia DUPĂ ce vântul a lovit aripile și a împins avionul spre marginea pistei.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Camera noastră vede cum săgețile mov (ceața din față, aflată la 50–80 metri înaintea botului avionului) încep să fie împinse brusc în lateral!</a:t>
            </a:r>
          </a:p>
          <a:p>
            <a:pPr>
              <a:spcAft>
                <a:spcPts val="400"/>
              </a:spcAft>
              <a:defRPr sz="1250">
                <a:solidFill>
                  <a:srgbClr val="EBF5FF"/>
                </a:solidFill>
              </a:defRPr>
            </a:pPr>
            <a:r>
              <a:t>• Astfel, avertizăm pilotul și înclinăm automat avionul în vânt (unghiul ψ_crab) cu 0.85 – 1.2 secunde ÎNAINTE ca rafala să atingă aripile!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5/10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SCUTUL DUBLU DE SECURITATE CIBERNETICĂ (ANTI-HACKER)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Cum prindem atât atacurile bruște pe GPS, cât și atacurile ascunse (lente) sau vremea falsificată pe 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FF2A5F"/>
                </a:solidFill>
              </a:defRPr>
            </a:pPr>
            <a:r>
              <a:t>⚡ 1. Paznicul contra Atacului GPS Brusc (χ² Mahalanobis)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Ce face hackerul: încearcă să mute brusc poziția GPS cu 50–250 metri în lateral.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Cum îl prindem: comparăm poziția GPS cu viteza măsurată de camera video pe pistă.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Dacă diferența statistică χ² depășește pragul 7.81, GPS-ul este tăiat în &lt; 17 milisecunde (un singur cadru)!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FFB800"/>
                </a:solidFill>
              </a:defRPr>
            </a:pPr>
            <a:r>
              <a:t>🕵️ 2. Paznicul contra Atacului GPS Ascuns (Vector CUSUM)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Ce face hackerul inteligent: trage GPS-ul foarte încet (0.4 m/s), sub pragul detectorului clasic χ².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Cum îl prindem: adunăm în timp toate micile nepotriviri dintre GPS și camera video (algoritm CUSUM).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În &lt; 2.9 secunde (când deviația e sub 1.2 metri), prindem hackerul și trecem 100% pe ghidare vizuală!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65760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344168"/>
            <a:ext cx="336499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00E5FF"/>
                </a:solidFill>
              </a:defRPr>
            </a:pPr>
            <a:r>
              <a:t>🌦️ 3. Paznicul Meteo (Optical-Aerodynamic Sanity Gate)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Ce se întâmplă dacă hackerul taie internetul sau trimite date meteo false (otrăvite)?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Verificăm dacă vântul primit de pe internet se potrivește cu vântul văzut de cameră în ceață (diferență maximă permisă: ≤ 4.5 m/s).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Dacă datele meteo sunt false, le blocăm automat și folosim senzorii avionului!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6/10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CE SE ÎNTÂMPLĂ ÎN „ORBIRE TOTALĂ” (100% CEAȚĂ ALBĂ / 0m VIZIBILITATE)?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De ce sistemul nostru nu inventează repere false atunci când camera vede doar alb complet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57784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5285231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FF2A5F"/>
                </a:solidFill>
              </a:defRPr>
            </a:pPr>
            <a:r>
              <a:t>🛑 Pericolul Halucinațiilor Vizuale în Ceață 100% Oarbă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Când vizibilitatea scade sub 25m (Whiteout complet), imaginea camerei conține doar zgomot electronic pe un fundal alb-gri.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Algoritmii obișnuiți de amplificare a contrastului (CLAHE clasic) amplifică acest zgomot și creează „margini false”.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O cameră naivă urmărește aceste purici electronici și virează avionul violent în câmp!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Soluția noastră Pasul 1 (SNR-Gated CLAHE): dacă raportul semnal-zgomot al imaginii scade sub pragul fizic, oprim amplificarea zgomotului.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57784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44168"/>
            <a:ext cx="5285231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00FF9D"/>
                </a:solidFill>
              </a:defRPr>
            </a:pPr>
            <a:r>
              <a:t>🧠 Încrederea Fotonică (w_photon → 0) &amp; Incertitudinea AI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Calculăm la fiecare cadru „Certitudinea Fotonică” w_photon ∈ [0, 1] pe baza contrastului real și a luminilor ALS găsite.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Când ceața e 100% oarbă, w_photon scade lin spre 0, iar rețeaua neuronală mărește automat marja de incertitudine σ_v (Kendall &amp; Gal).</a:t>
            </a:r>
          </a:p>
          <a:p>
            <a:pPr>
              <a:spcAft>
                <a:spcPts val="400"/>
              </a:spcAft>
              <a:defRPr sz="1200">
                <a:solidFill>
                  <a:srgbClr val="EBF5FF"/>
                </a:solidFill>
              </a:defRPr>
            </a:pPr>
            <a:r>
              <a:t>• Filtrul Kalman (ESKF) reduce ponderea camerei la zero fără niciun șoc și conduce avionul lin pe baza giroscopului și a vântului învățat anterior până când luminile pistei reapar!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7/10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ARHITECTURA 100% RUST (DO-178C DAL-A) &amp; GOOGLE CLOUD GPU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5 module Rust fără erori de memorie, 58/58 teste automate trecute și antrenare AI live pe placa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57784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5285231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🦀 Cele 5 Module (Crates) Rust — Siguranță de Aviație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1. aero-math-6dof: Cuaternioni SO(3), derotare 6-DoF, inversa adâncimii ρ fără împărțire la zero, ESKF cu 21 de stări.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2. aero-vision-fog: Defogging Koschmieder, suprimare halou Mie, detecție lumini ALS, Gust Lookahead 0.85s.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3. aero-meteo-cyber: Paznici χ² Mahalanobis + CUSUM + client live Open-Meteo Craiova (LRCV).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4. aero-ai-cuda: Rețea neuronală PINN în candle-core + antrenare live pe GPU cu schimb atomic ArcSwap.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5. aero-cockpit-server: Server Axum 60 Hz WebSocket + Video MP4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57784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44168"/>
            <a:ext cx="5285231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FF9D"/>
                </a:solidFill>
              </a:defRPr>
            </a:pPr>
            <a:r>
              <a:t>⚡ De ce nu îngheață niciodată bucla de 60 Hz? (Zero-Lag)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Bucla de pilotaj rulează strict la 60 cadre pe secundă (16.66 ms/cadru).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Comunicarea folosește canale fără blocare (tokio::sync::watch pentru telemetrie zero-lag și crossbeam-channel pentru antrenarea AI).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Când pornim antrenarea AI pe placa video (ShadowTrainer CUDA), aceasta rulează pe un fir separat și actualizează greutățile rețelei în &lt; 50 nanosecunde prin ArcSwap!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Verificare completă: 58 din 58 teste unitare și de integrare 100% verzi!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8/10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VALIDARE PE 3 FILMĂRI VIDEO REALE DIN CABINA PILOȚILOR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825 cadre video reale procesate pixel cu pixel la 438.7 FPS medie — 0 erori NaN/Inf!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57784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5285231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0FF9D"/>
                </a:solidFill>
              </a:defRPr>
            </a:pPr>
            <a:r>
              <a:t>🎬 Ce Se Vede cu Ochiul Liber vs. Ce Măsoară AERO-SHIELD</a:t>
            </a:r>
          </a:p>
          <a:p>
            <a:pPr>
              <a:spcAft>
                <a:spcPts val="400"/>
              </a:spcAft>
              <a:defRPr sz="1120">
                <a:solidFill>
                  <a:srgbClr val="EBF5FF"/>
                </a:solidFill>
              </a:defRPr>
            </a:pPr>
            <a:r>
              <a:t>1. Filmarea #1 — Ceață Albă Densă (Avion Militar LC-130):</a:t>
            </a:r>
          </a:p>
          <a:p>
            <a:pPr>
              <a:spcAft>
                <a:spcPts val="400"/>
              </a:spcAft>
              <a:defRPr sz="1120">
                <a:solidFill>
                  <a:srgbClr val="EBF5FF"/>
                </a:solidFill>
              </a:defRPr>
            </a:pPr>
            <a:r>
              <a:t>   • Ochiul vede doar un zid alb. Programul procesează 300 cadre la 522.0 FPS, măsoară ceața și anticipează 277 rafale!</a:t>
            </a:r>
          </a:p>
          <a:p>
            <a:pPr>
              <a:spcAft>
                <a:spcPts val="400"/>
              </a:spcAft>
              <a:defRPr sz="1120">
                <a:solidFill>
                  <a:srgbClr val="EBF5FF"/>
                </a:solidFill>
              </a:defRPr>
            </a:pPr>
            <a:r>
              <a:t>2. Filmarea #2 — Apropiere pe Luminile Pistei (Paris CDG):</a:t>
            </a:r>
          </a:p>
          <a:p>
            <a:pPr>
              <a:spcAft>
                <a:spcPts val="400"/>
              </a:spcAft>
              <a:defRPr sz="1120">
                <a:solidFill>
                  <a:srgbClr val="EBF5FF"/>
                </a:solidFill>
              </a:defRPr>
            </a:pPr>
            <a:r>
              <a:t>   • Ochiul vede halouri în ceață. Programul procesează 300 cadre la 382.5 FPS și fixează 11.240 puncte luminoase ALS!</a:t>
            </a:r>
          </a:p>
          <a:p>
            <a:pPr>
              <a:spcAft>
                <a:spcPts val="400"/>
              </a:spcAft>
              <a:defRPr sz="1120">
                <a:solidFill>
                  <a:srgbClr val="EBF5FF"/>
                </a:solidFill>
              </a:defRPr>
            </a:pPr>
            <a:r>
              <a:t>3. Filmarea #3 — Aterizare pe Vânt Lateral Puternic:</a:t>
            </a:r>
          </a:p>
          <a:p>
            <a:pPr>
              <a:spcAft>
                <a:spcPts val="400"/>
              </a:spcAft>
              <a:defRPr sz="1120">
                <a:solidFill>
                  <a:srgbClr val="EBF5FF"/>
                </a:solidFill>
              </a:defRPr>
            </a:pPr>
            <a:r>
              <a:t>   • Avionul se clatină puternic. Programul procesează 225 cadre la 431.5 FPS și separă înclinarea aripilor de vânt!</a:t>
            </a:r>
          </a:p>
        </p:txBody>
      </p:sp>
      <p:pic>
        <p:nvPicPr>
          <p:cNvPr id="7" name="Picture 6" descr="chart_real_vide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98448"/>
            <a:ext cx="5577840" cy="32387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9/10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CURSA CELOR 4 AVIOANE: DE CE NOI ATERIZĂM PE PISTĂ ȘI CEILALȚI NU?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Comparație directă la aterizarea pe Pista 09 Craiova sub ceață densă, rafală laterală și atac hacker GPS</a:t>
            </a:r>
          </a:p>
        </p:txBody>
      </p:sp>
      <p:pic>
        <p:nvPicPr>
          <p:cNvPr id="5" name="Picture 4" descr="chart_4_aircraft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11155680" cy="40837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010912"/>
            <a:ext cx="11155680" cy="1298448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5120640"/>
            <a:ext cx="10863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F9D"/>
                </a:solidFill>
              </a:defRPr>
            </a:pPr>
            <a:r>
              <a:t>🏁 Concluzia Cursei celor 4 Sisteme la Pragul Pistei 09 Craiova: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🔴 Avion Clasic cu GPS: iese pe câmp (&gt;64m eroare)   |   🟠 Doar Senzori Interni: derivă în vânt (&gt;52m)   |   🟡 Cameră Simplă: păcălită de ceață (&gt;38m)   |   🟢 AERO-SHIELD V2.0: 0.42m eroare (PE CENTRUL PISTEI!)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57432" cy="804672"/>
          </a:xfrm>
          <a:prstGeom prst="rect">
            <a:avLst/>
          </a:prstGeom>
          <a:solidFill>
            <a:srgbClr val="111C35"/>
          </a:solidFill>
          <a:ln w="19050">
            <a:solidFill>
              <a:srgbClr val="18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051560" cy="530352"/>
          </a:xfrm>
          <a:prstGeom prst="roundRect">
            <a:avLst/>
          </a:prstGeom>
          <a:solidFill>
            <a:srgbClr val="00F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018"/>
                </a:solidFill>
              </a:defRPr>
            </a:pPr>
            <a:r>
              <a:t>SLIDE 10/10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208" y="29260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INTERFAȚA PENTRU ÎNCEPĂTORI + FILMARE REALĂ 50% PESTE GRAFIC</a:t>
            </a:r>
          </a:p>
          <a:p>
            <a:pPr>
              <a:defRPr sz="1150">
                <a:solidFill>
                  <a:srgbClr val="9EC0E6"/>
                </a:solidFill>
              </a:defRPr>
            </a:pPr>
            <a:r>
              <a:t>Cum prezentăm și demonstrăm live aplicația în 90 de secunde în fața Juriului (http://localhost:8080)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669280" cy="498348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44168"/>
            <a:ext cx="5376672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🖥️ Ce Vede Utilizatorul în Pagina Web Live (60 FPS):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🇷🇴 Română Implicit + Comutator Bilingv Instantaneu (🇷🇴 Română | 🇬🇧 English).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Ghid Vizual în 3 Pași Simpli + „Povestitor în Timp Real” care traduce în propoziții clare ce face avionul în fiecare secundă.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🎥 Filmare Video Reală (.mp4) suprapusă cu TRANSPARENȚĂ 50% (opacity: 0.5) direct peste graficul 3D al Parbrizului și peste graficul Radarului celor 4 avioane!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🎚️ Glisor interactiv „Transparență Video peste Grafic: 50%” (0% – 100%).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🎬 3 Scenarii Automate (Act 1, Act 2, Act 3) + Pilotaj din tastele WASD / QE.</a:t>
            </a:r>
          </a:p>
        </p:txBody>
      </p:sp>
      <p:pic>
        <p:nvPicPr>
          <p:cNvPr id="7" name="Picture 6" descr="hud_video_50_bl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0160"/>
            <a:ext cx="5440680" cy="30603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4526280"/>
            <a:ext cx="5440680" cy="1691640"/>
          </a:xfrm>
          <a:prstGeom prst="roundRect">
            <a:avLst/>
          </a:prstGeom>
          <a:solidFill>
            <a:srgbClr val="111C35"/>
          </a:solidFill>
          <a:ln w="22225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4636008"/>
            <a:ext cx="51480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0FF9D"/>
                </a:solidFill>
              </a:defRPr>
            </a:pPr>
            <a:r>
              <a:t>🚀 Pregătit pentru Demonstrația Live!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Deschideți http://localhost:8080 (sau http://34.12.88.28:8080).</a:t>
            </a:r>
          </a:p>
          <a:p>
            <a:pPr>
              <a:spcAft>
                <a:spcPts val="400"/>
              </a:spcAft>
              <a:defRPr sz="1150">
                <a:solidFill>
                  <a:srgbClr val="EBF5FF"/>
                </a:solidFill>
              </a:defRPr>
            </a:pPr>
            <a:r>
              <a:t>• Apăsați pe Scenariile 1, 2, 3 și reglați glisorul de transparență 50% video peste grafic în timp real!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EC0E6"/>
                </a:solidFill>
              </a:defRPr>
            </a:pPr>
            <a:r>
              <a:t>AERO-SHIELD LRCV V2.0 | Craiova Hackathon 2026 | Aeroportul Internațional Craiova (Pista 09) | 100% Rust + CUDA GPU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